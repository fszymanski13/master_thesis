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F448-B3EF-6CB8-AF3A-3D45F2EF5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47623-EDE5-ACC5-240C-A5A346D3C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8236-119E-16F8-D636-250A9055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DA35C-BB2D-236E-6F7A-6E38F22C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5A194-3993-9720-9A9C-8A6B816B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052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5345-F9D2-C2C1-88F5-B7919962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6EFFE-DD43-DAAD-7A0E-795BE5BC5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D4612-780C-903A-9702-A07C9D99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B52D-8D6F-2F35-C659-06D84E7D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4303C-BFD1-65DE-2F22-17F32E1B0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639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6C91-F563-7530-3658-2167C973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2D955-C2E6-C8D4-904A-C492D0610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A57AF-65E3-4ACA-2891-164560E5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B0FF-2A1B-D0DD-F57A-249B3DEE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EC053-74E9-36A6-AD80-3493952A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111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FA5B-C8C6-F758-E327-50BDF74AB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F068-0CBC-F955-9AEC-5651010F3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88B6B-F5F7-3819-8CEF-9A9DFE78B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96E9D-9E53-A804-9848-2509AC47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7D9FC-DAE3-A78C-689B-D9A9FFF4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B4E10-D5C7-486A-6A24-1490F0B7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7703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2AE9-B642-1842-AF3D-12C0D43C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D8049-B136-590C-4C23-AE98CE42D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831-1614-49FB-639D-9525EE897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7C925-3775-9352-0E81-4669B9085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8499C-3568-31EA-CFD3-EBA0BBBCD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42A61-0091-A7E3-AFEE-34C89672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19698-2F72-7617-0A6C-2EFDE8D1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4952E-2FA5-DA7A-EB52-BA565277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334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312A-F592-FFA5-149D-5A33485B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27256-7CBA-5958-C954-5F853FBD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B6823-E86C-7C9F-A65F-227A5D7E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4454C-8FFD-9D24-B363-1EE993AA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1682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61B64-3CB6-72F2-FAC8-B092D8DB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49317B-224E-5A83-DA10-F4F9516C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1B995-6AC1-1FF6-1E52-3B863ACE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660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46E8B-4D7F-9CBC-4689-5C630A29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7902-47BB-1BCA-9783-A5F64B0C3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3C599-220E-B0A7-EDAB-9307580D9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5F105-419F-EC5A-CC32-E218B49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F2CBF-C700-CD47-1B95-B3E093A95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F82F2-B881-0F62-A7D1-A9121CAB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692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8CE7-CA02-EE52-0404-340DA69F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D6235-C7C6-CB8A-B494-8F571082A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26384-4E20-8876-B8D6-40D6D84D0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BFB77-DE6D-9EB2-BE68-30E6401F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3C8BC-2963-CE30-04CB-BE800701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D8F4D-C37F-B6A8-D9F3-D8FEADC5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505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2CF9-A7F0-1288-C280-C85261EB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A63E5-06D8-2C58-A767-D6D91E604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4D236-4BA4-2DD8-52AC-CD21F2E0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7EAD-D0DF-F3CD-EF1B-F9DBB16C1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B156A-F4FB-3B45-CC77-DB36D68B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6556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2A4FA-100F-56E9-4945-823B865CB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71F94-C0F4-AA3A-967F-3A75206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B2CF9-3F7E-B5E4-692F-1273B9D7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3CDE8-33C5-49CC-C30A-9A00F1A8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FEC7D-FC56-B49A-55DE-4C53B50C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2527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5E05E-B2A6-0517-03D8-5481397C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3740F-452C-4466-3DC3-21B02795C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55F2-3306-2F57-8556-43596FE96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98376-53F6-4FB3-AFCF-6229FE2C6CB0}" type="datetimeFigureOut">
              <a:rPr lang="pl-PL" smtClean="0"/>
              <a:t>27.04.2024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B92E9-D43D-EE6B-6C74-B385533A2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74539-539A-20E8-48EC-0F6810733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82C67-71C4-4650-AE61-8AA57ED8B33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270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465EA55-ED8A-CCDE-EDBA-81F50C4734AE}"/>
              </a:ext>
            </a:extLst>
          </p:cNvPr>
          <p:cNvSpPr txBox="1"/>
          <p:nvPr/>
        </p:nvSpPr>
        <p:spPr>
          <a:xfrm>
            <a:off x="4310739" y="2271892"/>
            <a:ext cx="1870055" cy="745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 high-tech firms tend to cluster in similar areas?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FEB014-A341-D459-08E2-3BE389A0C90F}"/>
              </a:ext>
            </a:extLst>
          </p:cNvPr>
          <p:cNvSpPr txBox="1"/>
          <p:nvPr/>
        </p:nvSpPr>
        <p:spPr>
          <a:xfrm>
            <a:off x="6538305" y="2271892"/>
            <a:ext cx="1870055" cy="745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determinants of high-tech firms 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F924A7-A92C-F9F9-8D81-2FD80BDBA88F}"/>
              </a:ext>
            </a:extLst>
          </p:cNvPr>
          <p:cNvSpPr txBox="1"/>
          <p:nvPr/>
        </p:nvSpPr>
        <p:spPr>
          <a:xfrm>
            <a:off x="5064717" y="1148386"/>
            <a:ext cx="269737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Agglomeratin of high-tech firms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4B445B-8647-4984-CE47-C08DC18B3157}"/>
              </a:ext>
            </a:extLst>
          </p:cNvPr>
          <p:cNvSpPr txBox="1"/>
          <p:nvPr/>
        </p:nvSpPr>
        <p:spPr>
          <a:xfrm>
            <a:off x="5778599" y="1710977"/>
            <a:ext cx="1167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research questions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35F030-059D-693E-C4FE-074D83F89F6E}"/>
              </a:ext>
            </a:extLst>
          </p:cNvPr>
          <p:cNvCxnSpPr>
            <a:stCxn id="19" idx="2"/>
            <a:endCxn id="12" idx="0"/>
          </p:cNvCxnSpPr>
          <p:nvPr/>
        </p:nvCxnSpPr>
        <p:spPr>
          <a:xfrm flipH="1">
            <a:off x="5245767" y="1456163"/>
            <a:ext cx="1167635" cy="81572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DB1A49-4EB2-58E5-1BDD-2A76962D986A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>
            <a:off x="6413402" y="1456163"/>
            <a:ext cx="1059931" cy="81572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4E30B92-DACD-D4F6-6671-2C8EFEC7AE87}"/>
              </a:ext>
            </a:extLst>
          </p:cNvPr>
          <p:cNvSpPr txBox="1"/>
          <p:nvPr/>
        </p:nvSpPr>
        <p:spPr>
          <a:xfrm>
            <a:off x="4063236" y="3833580"/>
            <a:ext cx="235016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1km x 1km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pl-P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eatmap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pl-P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Quotient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D5889F-FA37-1CB2-13B2-9C0450C0422D}"/>
              </a:ext>
            </a:extLst>
          </p:cNvPr>
          <p:cNvCxnSpPr>
            <a:cxnSpLocks/>
            <a:stCxn id="12" idx="2"/>
            <a:endCxn id="31" idx="0"/>
          </p:cNvCxnSpPr>
          <p:nvPr/>
        </p:nvCxnSpPr>
        <p:spPr>
          <a:xfrm flipH="1">
            <a:off x="5238319" y="3017851"/>
            <a:ext cx="7448" cy="81572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E82E8CD-7B19-AD9D-BB1B-1D8E6EA94B9A}"/>
              </a:ext>
            </a:extLst>
          </p:cNvPr>
          <p:cNvSpPr txBox="1"/>
          <p:nvPr/>
        </p:nvSpPr>
        <p:spPr>
          <a:xfrm>
            <a:off x="4246569" y="3287216"/>
            <a:ext cx="1167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ESDA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466BE1-CB53-63C6-1D2C-25F057A2019C}"/>
              </a:ext>
            </a:extLst>
          </p:cNvPr>
          <p:cNvCxnSpPr/>
          <p:nvPr/>
        </p:nvCxnSpPr>
        <p:spPr>
          <a:xfrm flipH="1">
            <a:off x="7469888" y="3025180"/>
            <a:ext cx="1" cy="81572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2DD2C50-D2D0-4C82-F03A-0173FF37CCFE}"/>
              </a:ext>
            </a:extLst>
          </p:cNvPr>
          <p:cNvSpPr txBox="1"/>
          <p:nvPr/>
        </p:nvSpPr>
        <p:spPr>
          <a:xfrm>
            <a:off x="6538305" y="3832820"/>
            <a:ext cx="215880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variables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kumimoji="0" lang="pl-PL" altLang="pl-P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variables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altLang="pl-PL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endParaRPr kumimoji="0" lang="pl-PL" altLang="pl-PL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buFontTx/>
              <a:buChar char="-"/>
            </a:pPr>
            <a:endParaRPr kumimoji="0" lang="pl-PL" altLang="pl-PL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62830A-F61B-DAEE-C778-7927C3038DCF}"/>
              </a:ext>
            </a:extLst>
          </p:cNvPr>
          <p:cNvSpPr txBox="1"/>
          <p:nvPr/>
        </p:nvSpPr>
        <p:spPr>
          <a:xfrm>
            <a:off x="7178269" y="3294544"/>
            <a:ext cx="1167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821507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Filip Szymański</dc:creator>
  <cp:lastModifiedBy>Filip Szymański</cp:lastModifiedBy>
  <cp:revision>1</cp:revision>
  <dcterms:created xsi:type="dcterms:W3CDTF">2024-04-27T14:41:09Z</dcterms:created>
  <dcterms:modified xsi:type="dcterms:W3CDTF">2024-04-27T14:58:55Z</dcterms:modified>
</cp:coreProperties>
</file>